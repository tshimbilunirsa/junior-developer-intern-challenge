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8"/>
  </p:notesMasterIdLst>
  <p:handoutMasterIdLst>
    <p:handoutMasterId r:id="rId19"/>
  </p:handoutMasterIdLst>
  <p:sldIdLst>
    <p:sldId id="256" r:id="rId5"/>
    <p:sldId id="262" r:id="rId6"/>
    <p:sldId id="258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59" r:id="rId16"/>
    <p:sldId id="26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48" autoAdjust="0"/>
  </p:normalViewPr>
  <p:slideViewPr>
    <p:cSldViewPr snapToGrid="0">
      <p:cViewPr>
        <p:scale>
          <a:sx n="75" d="100"/>
          <a:sy n="75" d="100"/>
        </p:scale>
        <p:origin x="24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1/31/2024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1/31/2024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3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1020433"/>
            <a:ext cx="10993548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3" y="2495445"/>
            <a:ext cx="10993547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0" y="5956139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4" y="5951813"/>
            <a:ext cx="691721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9"/>
            <a:ext cx="10164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9" y="614407"/>
            <a:ext cx="11309339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6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8"/>
            <a:ext cx="11029614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20" y="5141976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5" y="3043912"/>
            <a:ext cx="11029614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11029614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1" cap="all">
                <a:solidFill>
                  <a:schemeClr val="accent2"/>
                </a:solidFill>
              </a:defRPr>
            </a:lvl1pPr>
            <a:lvl2pPr marL="457211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2pPr>
            <a:lvl3pPr marL="91442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35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7pPr>
            <a:lvl8pPr marL="3200481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4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6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6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8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6" y="2228003"/>
            <a:ext cx="5422393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6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6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3"/>
            <a:ext cx="5087076" cy="536005"/>
          </a:xfrm>
        </p:spPr>
        <p:txBody>
          <a:bodyPr anchor="b">
            <a:noAutofit/>
          </a:bodyPr>
          <a:lstStyle>
            <a:lvl1pPr marL="0" indent="0">
              <a:buNone/>
              <a:defRPr sz="2201" b="0">
                <a:solidFill>
                  <a:schemeClr val="accent2"/>
                </a:solidFill>
              </a:defRPr>
            </a:lvl1pPr>
            <a:lvl2pPr marL="457211" indent="0">
              <a:buNone/>
              <a:defRPr sz="2000" b="1"/>
            </a:lvl2pPr>
            <a:lvl3pPr marL="914422" indent="0">
              <a:buNone/>
              <a:defRPr sz="1801" b="1"/>
            </a:lvl3pPr>
            <a:lvl4pPr marL="1371635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1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8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8" y="2250894"/>
            <a:ext cx="5087074" cy="553373"/>
          </a:xfrm>
        </p:spPr>
        <p:txBody>
          <a:bodyPr anchor="b">
            <a:noAutofit/>
          </a:bodyPr>
          <a:lstStyle>
            <a:lvl1pPr marL="0" indent="0">
              <a:buNone/>
              <a:defRPr sz="2201" b="0">
                <a:solidFill>
                  <a:schemeClr val="accent2"/>
                </a:solidFill>
              </a:defRPr>
            </a:lvl1pPr>
            <a:lvl2pPr marL="457211" indent="0">
              <a:buNone/>
              <a:defRPr sz="2000" b="1"/>
            </a:lvl2pPr>
            <a:lvl3pPr marL="914422" indent="0">
              <a:buNone/>
              <a:defRPr sz="1801" b="1"/>
            </a:lvl3pPr>
            <a:lvl4pPr marL="1371635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1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1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2" y="606556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9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1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6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8" y="601200"/>
            <a:ext cx="11292841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1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1">
                <a:solidFill>
                  <a:schemeClr val="tx2"/>
                </a:solidFill>
              </a:defRPr>
            </a:lvl4pPr>
            <a:lvl5pPr>
              <a:defRPr sz="1401">
                <a:solidFill>
                  <a:schemeClr val="tx2"/>
                </a:solidFill>
              </a:defRPr>
            </a:lvl5pPr>
            <a:lvl6pPr>
              <a:defRPr sz="1401">
                <a:solidFill>
                  <a:schemeClr val="tx2"/>
                </a:solidFill>
              </a:defRPr>
            </a:lvl6pPr>
            <a:lvl7pPr>
              <a:defRPr sz="1401">
                <a:solidFill>
                  <a:schemeClr val="tx2"/>
                </a:solidFill>
              </a:defRPr>
            </a:lvl7pPr>
            <a:lvl8pPr>
              <a:defRPr sz="1401">
                <a:solidFill>
                  <a:schemeClr val="tx2"/>
                </a:solidFill>
              </a:defRPr>
            </a:lvl8pPr>
            <a:lvl9pPr>
              <a:defRPr sz="1401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8"/>
            <a:ext cx="5869988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11" indent="0">
              <a:buNone/>
              <a:defRPr sz="1100"/>
            </a:lvl2pPr>
            <a:lvl3pPr marL="914422" indent="0">
              <a:buNone/>
              <a:defRPr sz="1001"/>
            </a:lvl3pPr>
            <a:lvl4pPr marL="1371635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8" indent="0">
              <a:buNone/>
              <a:defRPr sz="900"/>
            </a:lvl7pPr>
            <a:lvl8pPr marL="3200481" indent="0">
              <a:buNone/>
              <a:defRPr sz="900"/>
            </a:lvl8pPr>
            <a:lvl9pPr marL="365769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6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11" indent="0">
              <a:buNone/>
              <a:defRPr sz="1600"/>
            </a:lvl2pPr>
            <a:lvl3pPr marL="914422" indent="0">
              <a:buNone/>
              <a:defRPr sz="1600"/>
            </a:lvl3pPr>
            <a:lvl4pPr marL="1371635" indent="0">
              <a:buNone/>
              <a:defRPr sz="1600"/>
            </a:lvl4pPr>
            <a:lvl5pPr marL="1828846" indent="0">
              <a:buNone/>
              <a:defRPr sz="1600"/>
            </a:lvl5pPr>
            <a:lvl6pPr marL="2286057" indent="0">
              <a:buNone/>
              <a:defRPr sz="1600"/>
            </a:lvl6pPr>
            <a:lvl7pPr marL="2743268" indent="0">
              <a:buNone/>
              <a:defRPr sz="1600"/>
            </a:lvl7pPr>
            <a:lvl8pPr marL="3200481" indent="0">
              <a:buNone/>
              <a:defRPr sz="1600"/>
            </a:lvl8pPr>
            <a:lvl9pPr marL="3657692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9"/>
            <a:ext cx="11029618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11" indent="0">
              <a:buNone/>
              <a:defRPr sz="1200"/>
            </a:lvl2pPr>
            <a:lvl3pPr marL="914422" indent="0">
              <a:buNone/>
              <a:defRPr sz="1001"/>
            </a:lvl3pPr>
            <a:lvl4pPr marL="1371635" indent="0">
              <a:buNone/>
              <a:defRPr sz="900"/>
            </a:lvl4pPr>
            <a:lvl5pPr marL="1828846" indent="0">
              <a:buNone/>
              <a:defRPr sz="900"/>
            </a:lvl5pPr>
            <a:lvl6pPr marL="2286057" indent="0">
              <a:buNone/>
              <a:defRPr sz="900"/>
            </a:lvl6pPr>
            <a:lvl7pPr marL="2743268" indent="0">
              <a:buNone/>
              <a:defRPr sz="900"/>
            </a:lvl7pPr>
            <a:lvl8pPr marL="3200481" indent="0">
              <a:buNone/>
              <a:defRPr sz="900"/>
            </a:lvl8pPr>
            <a:lvl9pPr marL="365769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9" y="614407"/>
            <a:ext cx="11309339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6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4" y="599725"/>
            <a:ext cx="2906818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2" y="675727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5" y="675727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8" y="5956139"/>
            <a:ext cx="13281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5" y="5951813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9"/>
            <a:ext cx="1164196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6" y="705125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6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5" y="5956139"/>
            <a:ext cx="28447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4" y="5951813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3" y="457201"/>
            <a:ext cx="3703321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6" y="453644"/>
            <a:ext cx="3703321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29" y="457200"/>
            <a:ext cx="3703321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xStyles>
    <p:titleStyle>
      <a:lvl1pPr algn="l" defTabSz="457211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7" indent="-306007" algn="l" defTabSz="457211" rtl="0" eaLnBrk="1" latinLnBrk="0" hangingPunct="1">
        <a:spcBef>
          <a:spcPct val="20000"/>
        </a:spcBef>
        <a:spcAft>
          <a:spcPts val="601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1" kern="1200">
          <a:solidFill>
            <a:schemeClr val="tx2"/>
          </a:solidFill>
          <a:latin typeface="+mn-lt"/>
          <a:ea typeface="+mn-ea"/>
          <a:cs typeface="+mn-cs"/>
        </a:defRPr>
      </a:lvl1pPr>
      <a:lvl2pPr marL="630017" indent="-306007" algn="l" defTabSz="457211" rtl="0" eaLnBrk="1" latinLnBrk="0" hangingPunct="1">
        <a:spcBef>
          <a:spcPct val="20000"/>
        </a:spcBef>
        <a:spcAft>
          <a:spcPts val="601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22" indent="-270007" algn="l" defTabSz="457211" rtl="0" eaLnBrk="1" latinLnBrk="0" hangingPunct="1">
        <a:spcBef>
          <a:spcPct val="20000"/>
        </a:spcBef>
        <a:spcAft>
          <a:spcPts val="601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1" kern="1200">
          <a:solidFill>
            <a:schemeClr val="tx2"/>
          </a:solidFill>
          <a:latin typeface="+mn-lt"/>
          <a:ea typeface="+mn-ea"/>
          <a:cs typeface="+mn-cs"/>
        </a:defRPr>
      </a:lvl3pPr>
      <a:lvl4pPr marL="1242032" indent="-234006" algn="l" defTabSz="457211" rtl="0" eaLnBrk="1" latinLnBrk="0" hangingPunct="1">
        <a:spcBef>
          <a:spcPct val="20000"/>
        </a:spcBef>
        <a:spcAft>
          <a:spcPts val="601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40" indent="-234006" algn="l" defTabSz="457211" rtl="0" eaLnBrk="1" latinLnBrk="0" hangingPunct="1">
        <a:spcBef>
          <a:spcPct val="20000"/>
        </a:spcBef>
        <a:spcAft>
          <a:spcPts val="601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49" indent="-228607" algn="l" defTabSz="457211" rtl="0" eaLnBrk="1" latinLnBrk="0" hangingPunct="1">
        <a:spcBef>
          <a:spcPct val="20000"/>
        </a:spcBef>
        <a:spcAft>
          <a:spcPts val="601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56" indent="-228607" algn="l" defTabSz="457211" rtl="0" eaLnBrk="1" latinLnBrk="0" hangingPunct="1">
        <a:spcBef>
          <a:spcPct val="20000"/>
        </a:spcBef>
        <a:spcAft>
          <a:spcPts val="601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61" indent="-228607" algn="l" defTabSz="457211" rtl="0" eaLnBrk="1" latinLnBrk="0" hangingPunct="1">
        <a:spcBef>
          <a:spcPct val="20000"/>
        </a:spcBef>
        <a:spcAft>
          <a:spcPts val="601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71" indent="-228607" algn="l" defTabSz="457211" rtl="0" eaLnBrk="1" latinLnBrk="0" hangingPunct="1">
        <a:spcBef>
          <a:spcPct val="20000"/>
        </a:spcBef>
        <a:spcAft>
          <a:spcPts val="601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4572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4572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4572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4572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4572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4572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1" algn="l" defTabSz="4572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4572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Hugetshimbi@gmail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2" y="13"/>
            <a:ext cx="12191980" cy="685798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5" y="453646"/>
            <a:ext cx="11298933" cy="98555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 sz="1801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 sz="1801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 sz="1801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5" y="4428067"/>
            <a:ext cx="11260667" cy="1962498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 sz="180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4572000"/>
            <a:ext cx="10993548" cy="895244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Event Scheduler Console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3" y="5467247"/>
            <a:ext cx="10993547" cy="48482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CEBFF"/>
                </a:solidFill>
              </a:rPr>
              <a:t>A Simple Command-Line Tool for Managing Events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536DD-84E7-F543-A50E-61EE4EE4D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Brief Overview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0E508-42C0-D69F-48B5-9F4EB6035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Purpose:</a:t>
            </a:r>
          </a:p>
          <a:p>
            <a:pPr marL="0" indent="0">
              <a:buNone/>
            </a:pPr>
            <a:r>
              <a:rPr lang="en-US" dirty="0"/>
              <a:t>Efficiently manage events using a simple command-line tool.</a:t>
            </a:r>
          </a:p>
          <a:p>
            <a:r>
              <a:rPr lang="en-US" b="1" dirty="0"/>
              <a:t>Need:</a:t>
            </a:r>
          </a:p>
          <a:p>
            <a:pPr marL="0" indent="0">
              <a:buNone/>
            </a:pPr>
            <a:r>
              <a:rPr lang="en-US" dirty="0"/>
              <a:t>Simplify event organization for individuals and organizations.</a:t>
            </a:r>
          </a:p>
          <a:p>
            <a:r>
              <a:rPr lang="en-US" b="1" dirty="0"/>
              <a:t>Benefits:</a:t>
            </a:r>
          </a:p>
          <a:p>
            <a:pPr marL="0" indent="0">
              <a:buNone/>
            </a:pPr>
            <a:r>
              <a:rPr lang="en-US" dirty="0"/>
              <a:t>Streamlines event creation, search, deletion, and display.</a:t>
            </a:r>
          </a:p>
          <a:p>
            <a:pPr marL="0" indent="0">
              <a:buNone/>
            </a:pPr>
            <a:r>
              <a:rPr lang="en-US" dirty="0"/>
              <a:t>Intuitive and user-friendly interface.</a:t>
            </a:r>
          </a:p>
          <a:p>
            <a:r>
              <a:rPr lang="en-US" b="1" dirty="0"/>
              <a:t>Target Users:</a:t>
            </a:r>
          </a:p>
          <a:p>
            <a:pPr marL="0" indent="0">
              <a:buNone/>
            </a:pPr>
            <a:r>
              <a:rPr lang="en-US" dirty="0" err="1"/>
              <a:t>ndividuals</a:t>
            </a:r>
            <a:r>
              <a:rPr lang="en-US" dirty="0"/>
              <a:t> and organizations seeking lightweight event management.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607101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sz="1801" dirty="0">
                <a:latin typeface="Arial" panose="020B0604020202020204" pitchFamily="34" charset="0"/>
                <a:ea typeface="Calibri" panose="020F0502020204030204" pitchFamily="34" charset="0"/>
              </a:rPr>
              <a:t>Event Scheduler Console Application</a:t>
            </a:r>
            <a:endParaRPr lang="en-US" dirty="0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BFEA8EC1-23A4-4843-A9C3-AE771D73392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6201811" y="2231483"/>
            <a:ext cx="5395428" cy="362535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5CF8D-A878-7436-C1D0-E66978DD38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5"/>
            <a:ext cx="5422389" cy="1572720"/>
          </a:xfrm>
        </p:spPr>
        <p:txBody>
          <a:bodyPr>
            <a:normAutofit lnSpcReduction="10000"/>
          </a:bodyPr>
          <a:lstStyle/>
          <a:p>
            <a:r>
              <a:rPr lang="en-ZA" b="1" dirty="0"/>
              <a:t>Description:</a:t>
            </a:r>
          </a:p>
          <a:p>
            <a:pPr marL="0" indent="0">
              <a:buNone/>
            </a:pPr>
            <a:r>
              <a:rPr lang="en-US" dirty="0"/>
              <a:t>The Event Scheduler Console Application is a simple command-line tool designed to help you manage events efficiently. It allows you to create, search, delete, and display events using a text-based interface.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6" y="729659"/>
            <a:ext cx="11029616" cy="988332"/>
          </a:xfrm>
        </p:spPr>
        <p:txBody>
          <a:bodyPr anchor="b">
            <a:normAutofit/>
          </a:bodyPr>
          <a:lstStyle/>
          <a:p>
            <a:r>
              <a:rPr lang="en-US" b="0" i="0" dirty="0">
                <a:effectLst/>
              </a:rPr>
              <a:t>the structure of the code</a:t>
            </a:r>
            <a:endParaRPr lang="en-US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6B95615B-2374-6F8A-BDDA-030687DD62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6420739" cy="68453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 err="1"/>
              <a:t>EventScheduler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/>
              <a:t>Manages individual events, handling attributes, validation, and formatting.</a:t>
            </a:r>
          </a:p>
        </p:txBody>
      </p:sp>
      <p:pic>
        <p:nvPicPr>
          <p:cNvPr id="9" name="Content Placeholder 17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A7EB7A07-A456-B5D4-69BB-4AE38F106FD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/>
        </p:blipFill>
        <p:spPr>
          <a:xfrm>
            <a:off x="7509933" y="2102163"/>
            <a:ext cx="4201443" cy="4648947"/>
          </a:xfrm>
          <a:prstGeom prst="rect">
            <a:avLst/>
          </a:prstGeom>
          <a:noFill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F0416C-56DE-0BAA-4BAC-4ECE5170E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25" y="3422547"/>
            <a:ext cx="6580576" cy="332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0A294-6016-C57D-8FF8-324DBDD2D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6" y="729659"/>
            <a:ext cx="11029616" cy="988332"/>
          </a:xfrm>
        </p:spPr>
        <p:txBody>
          <a:bodyPr anchor="b">
            <a:normAutofit/>
          </a:bodyPr>
          <a:lstStyle/>
          <a:p>
            <a:r>
              <a:rPr lang="en-US" b="0" i="0" dirty="0">
                <a:effectLst/>
              </a:rPr>
              <a:t>the structure of the code(</a:t>
            </a:r>
            <a:r>
              <a:rPr lang="en-US" b="0" i="0" dirty="0" err="1">
                <a:effectLst/>
              </a:rPr>
              <a:t>Cont</a:t>
            </a:r>
            <a:r>
              <a:rPr lang="en-US" b="0" i="0" dirty="0">
                <a:effectLst/>
              </a:rPr>
              <a:t>…..)</a:t>
            </a:r>
            <a:endParaRPr lang="en-ZA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7035AFB-D711-FFC4-58B7-06A0287E52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4"/>
            <a:ext cx="5422389" cy="83693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 err="1"/>
              <a:t>MyList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/>
              <a:t>Manages a list of events, providing functions for event manipulation.</a:t>
            </a:r>
          </a:p>
        </p:txBody>
      </p:sp>
      <p:pic>
        <p:nvPicPr>
          <p:cNvPr id="4" name="Picture 3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752D233D-EA31-487C-9C9D-4416CD293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011" y="2040467"/>
            <a:ext cx="5422389" cy="468206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240004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D9F83-A82D-74E4-A4D0-DF347ABAD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effectLst/>
              </a:rPr>
              <a:t>the structure of the code(</a:t>
            </a:r>
            <a:r>
              <a:rPr lang="en-US" b="0" i="0" dirty="0" err="1">
                <a:effectLst/>
              </a:rPr>
              <a:t>Cont</a:t>
            </a:r>
            <a:r>
              <a:rPr lang="en-US" b="0" i="0" dirty="0">
                <a:effectLst/>
              </a:rPr>
              <a:t>…..)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391A2-2970-CFA4-1723-B641169B98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4"/>
            <a:ext cx="5422389" cy="98833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err="1"/>
              <a:t>TestEventSchedulerApp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/>
              <a:t>Serves as the main application logic, displaying a menu and calling corresponding functions to interact with the user.</a:t>
            </a:r>
            <a:endParaRPr lang="en-ZA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16BC426-16BE-D230-4C7A-072F29A4AD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30881" y="2227263"/>
            <a:ext cx="4779925" cy="4436004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1551F5-EB87-7FBD-86EA-F47194E7F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3" y="3429001"/>
            <a:ext cx="5591007" cy="323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88755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26F1E-2ADC-31BD-0D6B-1E9680155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6" y="729659"/>
            <a:ext cx="11029616" cy="988332"/>
          </a:xfrm>
        </p:spPr>
        <p:txBody>
          <a:bodyPr anchor="b">
            <a:normAutofit/>
          </a:bodyPr>
          <a:lstStyle/>
          <a:p>
            <a:r>
              <a:rPr lang="en-ZA" dirty="0"/>
              <a:t>Usage and key features: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7912A5-1DA7-E729-AA24-A913CBB6BF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88416" y="2295805"/>
            <a:ext cx="5422393" cy="3497443"/>
          </a:xfrm>
          <a:noFill/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CA7725A-0F90-D013-5949-71DCB0F16436}"/>
              </a:ext>
            </a:extLst>
          </p:cNvPr>
          <p:cNvSpPr txBox="1">
            <a:spLocks/>
          </p:cNvSpPr>
          <p:nvPr/>
        </p:nvSpPr>
        <p:spPr>
          <a:xfrm>
            <a:off x="479593" y="2295805"/>
            <a:ext cx="5422389" cy="3633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306007" indent="-306007" algn="l" defTabSz="457211" rtl="0" eaLnBrk="1" latinLnBrk="0" hangingPunct="1">
              <a:spcBef>
                <a:spcPct val="20000"/>
              </a:spcBef>
              <a:spcAft>
                <a:spcPts val="601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17" indent="-306007" algn="l" defTabSz="457211" rtl="0" eaLnBrk="1" latinLnBrk="0" hangingPunct="1">
              <a:spcBef>
                <a:spcPct val="20000"/>
              </a:spcBef>
              <a:spcAft>
                <a:spcPts val="601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22" indent="-270007" algn="l" defTabSz="457211" rtl="0" eaLnBrk="1" latinLnBrk="0" hangingPunct="1">
              <a:spcBef>
                <a:spcPct val="20000"/>
              </a:spcBef>
              <a:spcAft>
                <a:spcPts val="601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32" indent="-234006" algn="l" defTabSz="457211" rtl="0" eaLnBrk="1" latinLnBrk="0" hangingPunct="1">
              <a:spcBef>
                <a:spcPct val="20000"/>
              </a:spcBef>
              <a:spcAft>
                <a:spcPts val="601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40" indent="-234006" algn="l" defTabSz="457211" rtl="0" eaLnBrk="1" latinLnBrk="0" hangingPunct="1">
              <a:spcBef>
                <a:spcPct val="20000"/>
              </a:spcBef>
              <a:spcAft>
                <a:spcPts val="601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49" indent="-228607" algn="l" defTabSz="457211" rtl="0" eaLnBrk="1" latinLnBrk="0" hangingPunct="1">
              <a:spcBef>
                <a:spcPct val="20000"/>
              </a:spcBef>
              <a:spcAft>
                <a:spcPts val="601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56" indent="-228607" algn="l" defTabSz="457211" rtl="0" eaLnBrk="1" latinLnBrk="0" hangingPunct="1">
              <a:spcBef>
                <a:spcPct val="20000"/>
              </a:spcBef>
              <a:spcAft>
                <a:spcPts val="601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61" indent="-228607" algn="l" defTabSz="457211" rtl="0" eaLnBrk="1" latinLnBrk="0" hangingPunct="1">
              <a:spcBef>
                <a:spcPct val="20000"/>
              </a:spcBef>
              <a:spcAft>
                <a:spcPts val="601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71" indent="-228607" algn="l" defTabSz="457211" rtl="0" eaLnBrk="1" latinLnBrk="0" hangingPunct="1">
              <a:spcBef>
                <a:spcPct val="20000"/>
              </a:spcBef>
              <a:spcAft>
                <a:spcPts val="601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Creating Event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Input: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dirty="0"/>
              <a:t>The user is prompted with a menu to choose an action: create, search, delete, display events, or exit.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dirty="0"/>
              <a:t>The user selects "1" to create a new event.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dirty="0"/>
              <a:t>The application requests information for the new event, including title, description, date, and time.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Output: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dirty="0"/>
              <a:t>After the user provides the required information, the application processes the input.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dirty="0"/>
              <a:t>The result is displayed, confirming the successful creation of the event.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788729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28ABC-0E84-F4F5-5C42-A7007888A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Usage and key features(</a:t>
            </a:r>
            <a:r>
              <a:rPr lang="en-ZA" dirty="0" err="1"/>
              <a:t>cont</a:t>
            </a:r>
            <a:r>
              <a:rPr lang="en-ZA" dirty="0"/>
              <a:t>…..):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61A6509-50E2-EAB7-7CE7-DA31A49E1DB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1141" y="2227263"/>
            <a:ext cx="5382668" cy="363378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A60B4-A691-0370-C7A5-1C68247919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Searching Event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Input:</a:t>
            </a:r>
          </a:p>
          <a:p>
            <a:pPr marL="0" indent="0">
              <a:buNone/>
            </a:pPr>
            <a:r>
              <a:rPr lang="en-US" dirty="0"/>
              <a:t>The user is presented with a menu to choose an action: create, search, delete, display events, or exit.</a:t>
            </a:r>
          </a:p>
          <a:p>
            <a:pPr marL="0" indent="0">
              <a:buNone/>
            </a:pPr>
            <a:r>
              <a:rPr lang="en-US" dirty="0"/>
              <a:t>The user selects "2" to search for an event.</a:t>
            </a:r>
          </a:p>
          <a:p>
            <a:pPr marL="0" indent="0">
              <a:buNone/>
            </a:pPr>
            <a:r>
              <a:rPr lang="en-US" dirty="0"/>
              <a:t>The application requests the title of the event to search for.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/>
              <a:t>After the user inputs the title, the application processes the search request.</a:t>
            </a:r>
          </a:p>
          <a:p>
            <a:pPr marL="0" indent="0">
              <a:buNone/>
            </a:pPr>
            <a:r>
              <a:rPr lang="en-US" dirty="0"/>
              <a:t>If the event is found, the application displays detailed information about the event, confirming its existence.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7293755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6E273E83-C519-34A8-8CC4-84F6002F3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6" y="729659"/>
            <a:ext cx="11029616" cy="988332"/>
          </a:xfrm>
        </p:spPr>
        <p:txBody>
          <a:bodyPr/>
          <a:lstStyle/>
          <a:p>
            <a:r>
              <a:rPr lang="en-ZA" dirty="0"/>
              <a:t>Usage and key features(</a:t>
            </a:r>
            <a:r>
              <a:rPr lang="en-ZA" dirty="0" err="1"/>
              <a:t>cont</a:t>
            </a:r>
            <a:r>
              <a:rPr lang="en-ZA" dirty="0"/>
              <a:t>…..):</a:t>
            </a:r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03C8B63-D2DE-3332-92CE-7BF35D7BC5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89" cy="3633047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Deleting Event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Input:</a:t>
            </a:r>
          </a:p>
          <a:p>
            <a:pPr marL="0" indent="0">
              <a:buNone/>
            </a:pPr>
            <a:r>
              <a:rPr lang="en-US" dirty="0"/>
              <a:t>The user is given options to create, search, delete, display events, or exit in the application menu.</a:t>
            </a:r>
          </a:p>
          <a:p>
            <a:pPr marL="0" indent="0">
              <a:buNone/>
            </a:pPr>
            <a:r>
              <a:rPr lang="en-US" dirty="0"/>
              <a:t>The user selects "3" to delete an event.</a:t>
            </a:r>
          </a:p>
          <a:p>
            <a:pPr marL="0" indent="0">
              <a:buNone/>
            </a:pPr>
            <a:r>
              <a:rPr lang="en-US" dirty="0"/>
              <a:t>The application requests the title of the event to be deleted.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/>
              <a:t>After the user provides the title, the application processes the deletion request.</a:t>
            </a:r>
          </a:p>
          <a:p>
            <a:pPr marL="0" indent="0">
              <a:buNone/>
            </a:pPr>
            <a:r>
              <a:rPr lang="en-US" dirty="0"/>
              <a:t>If an event with the specified title exists, it is removed from the list, and the application confirms the successful deletion.</a:t>
            </a:r>
          </a:p>
        </p:txBody>
      </p:sp>
      <p:pic>
        <p:nvPicPr>
          <p:cNvPr id="6" name="Picture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5CA281B-1F18-9B86-0C08-3E50900E7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416" y="2810932"/>
            <a:ext cx="5422393" cy="24671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0012413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E9B646BD-5ED2-DB98-3076-FFBEB3BF3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6" y="729659"/>
            <a:ext cx="11029616" cy="988332"/>
          </a:xfrm>
        </p:spPr>
        <p:txBody>
          <a:bodyPr/>
          <a:lstStyle/>
          <a:p>
            <a:r>
              <a:rPr lang="en-ZA" dirty="0"/>
              <a:t>Usage and key features(</a:t>
            </a:r>
            <a:r>
              <a:rPr lang="en-ZA" dirty="0" err="1"/>
              <a:t>cont</a:t>
            </a:r>
            <a:r>
              <a:rPr lang="en-ZA" dirty="0"/>
              <a:t>…..):</a:t>
            </a:r>
            <a:endParaRPr lang="en-US" dirty="0"/>
          </a:p>
        </p:txBody>
      </p:sp>
      <p:pic>
        <p:nvPicPr>
          <p:cNvPr id="8" name="Content Placeholder 7" descr="A screen shot of a computer&#10;&#10;Description automatically generated">
            <a:extLst>
              <a:ext uri="{FF2B5EF4-FFF2-40B4-BE49-F238E27FC236}">
                <a16:creationId xmlns:a16="http://schemas.microsoft.com/office/drawing/2014/main" id="{16179F23-674E-B4DE-A317-CC7BF58CEC6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10061" y="2228003"/>
            <a:ext cx="4764652" cy="3633047"/>
          </a:xfrm>
          <a:noFill/>
        </p:spPr>
      </p:pic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C673E1C4-69E5-DDE2-C67F-2FC12FA0B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6" y="2228003"/>
            <a:ext cx="5422393" cy="3633047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b="1" dirty="0"/>
              <a:t>Displaying All Events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Input:</a:t>
            </a:r>
          </a:p>
          <a:p>
            <a:pPr marL="0" indent="0">
              <a:buNone/>
            </a:pPr>
            <a:r>
              <a:rPr lang="en-US" dirty="0"/>
              <a:t>The user is provided with options to create, search, delete, display events, or exit in the application menu.</a:t>
            </a:r>
          </a:p>
          <a:p>
            <a:pPr marL="0" indent="0">
              <a:buNone/>
            </a:pPr>
            <a:r>
              <a:rPr lang="en-US" dirty="0"/>
              <a:t>The user selects "4" to display all events.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/>
              <a:t>The application processes the request and retrieves a list of all events stored.</a:t>
            </a:r>
          </a:p>
          <a:p>
            <a:pPr marL="0" indent="0">
              <a:buNone/>
            </a:pPr>
            <a:r>
              <a:rPr lang="en-US" dirty="0"/>
              <a:t>It then displays detailed information about each event, including title, description, date, and time.</a:t>
            </a:r>
          </a:p>
        </p:txBody>
      </p:sp>
    </p:spTree>
    <p:extLst>
      <p:ext uri="{BB962C8B-B14F-4D97-AF65-F5344CB8AC3E}">
        <p14:creationId xmlns:p14="http://schemas.microsoft.com/office/powerpoint/2010/main" val="227030890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416EA-5460-A497-CEB0-B10B57654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Usage and key features(</a:t>
            </a:r>
            <a:r>
              <a:rPr lang="en-ZA" dirty="0" err="1"/>
              <a:t>cont</a:t>
            </a:r>
            <a:r>
              <a:rPr lang="en-ZA" dirty="0"/>
              <a:t>…..):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A7953-B452-6BDA-4359-39913B3849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b="1" dirty="0"/>
              <a:t>Exiting the Application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Input:</a:t>
            </a:r>
          </a:p>
          <a:p>
            <a:pPr marL="0" indent="0">
              <a:buNone/>
            </a:pPr>
            <a:r>
              <a:rPr lang="en-US" dirty="0"/>
              <a:t>The user is presented with options to create, search, delete, display events, or exit in the application menu.</a:t>
            </a:r>
          </a:p>
          <a:p>
            <a:pPr marL="0" indent="0">
              <a:buNone/>
            </a:pPr>
            <a:r>
              <a:rPr lang="en-US" dirty="0"/>
              <a:t>The user selects "0" to exit the application.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/>
              <a:t>The application processes the exit request.</a:t>
            </a:r>
          </a:p>
          <a:p>
            <a:pPr marL="0" indent="0">
              <a:buNone/>
            </a:pPr>
            <a:r>
              <a:rPr lang="en-US" dirty="0"/>
              <a:t>It displays a farewell message, indicating that the Event Scheduler App is exiting, and terminates the program.</a:t>
            </a:r>
            <a:endParaRPr lang="en-ZA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A179C1D-462A-785B-BCBC-BB1D38F08BA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88075" y="2228003"/>
            <a:ext cx="5422900" cy="3633047"/>
          </a:xfrm>
        </p:spPr>
      </p:pic>
    </p:spTree>
    <p:extLst>
      <p:ext uri="{BB962C8B-B14F-4D97-AF65-F5344CB8AC3E}">
        <p14:creationId xmlns:p14="http://schemas.microsoft.com/office/powerpoint/2010/main" val="281458613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dirty="0"/>
          </a:p>
        </p:txBody>
      </p:sp>
      <p:pic>
        <p:nvPicPr>
          <p:cNvPr id="8" name="Content Placeholder 4" descr="Digital Number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2" y="13"/>
            <a:ext cx="12191980" cy="6857989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199"/>
            <a:ext cx="7507083" cy="5935132"/>
            <a:chOff x="438067" y="457200"/>
            <a:chExt cx="7507083" cy="59351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 sz="1801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 sz="1801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 sz="1801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1" y="1006957"/>
            <a:ext cx="7213600" cy="1121870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351FF-1965-E765-EE27-AEB9C7A2B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8"/>
            <a:ext cx="7123474" cy="367830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Summary: </a:t>
            </a:r>
            <a:br>
              <a:rPr lang="en-US" dirty="0"/>
            </a:b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The Event Scheduler Console Application is a user-friendly tool for managing events through a simple command-line interface. Users can effortlessly create, search, delete, and display events. It offers an intuitive experience with in-memory storage, making it a lightweight solution for event organization without the need for complex tools.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" y="4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6" y="723899"/>
            <a:ext cx="3703321" cy="566666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 sz="1801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5" y="453646"/>
            <a:ext cx="11298933" cy="98555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 sz="1801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 sz="1801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ZA" sz="1801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6" y="1419227"/>
            <a:ext cx="3081577" cy="17467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6" y="3505094"/>
            <a:ext cx="3081577" cy="262900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Tshimbiluni </a:t>
            </a:r>
            <a:r>
              <a:rPr lang="en-US" dirty="0" err="1">
                <a:solidFill>
                  <a:schemeClr val="bg2"/>
                </a:solidFill>
              </a:rPr>
              <a:t>Theophillus</a:t>
            </a:r>
            <a:r>
              <a:rPr lang="en-US" dirty="0">
                <a:solidFill>
                  <a:schemeClr val="bg2"/>
                </a:solidFill>
              </a:rPr>
              <a:t> Nedambale</a:t>
            </a:r>
          </a:p>
          <a:p>
            <a:r>
              <a:rPr lang="en-US" dirty="0">
                <a:solidFill>
                  <a:schemeClr val="bg2"/>
                </a:solidFill>
                <a:hlinkClick r:id="rId3"/>
              </a:rPr>
              <a:t>Hugetshimbi@gmail.com</a:t>
            </a:r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+27712565357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00546" y="713665"/>
            <a:ext cx="7498617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100</TotalTime>
  <Words>691</Words>
  <Application>Microsoft Office PowerPoint</Application>
  <PresentationFormat>Widescreen</PresentationFormat>
  <Paragraphs>79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Gill Sans MT</vt:lpstr>
      <vt:lpstr>Söhne</vt:lpstr>
      <vt:lpstr>Wingdings</vt:lpstr>
      <vt:lpstr>Wingdings 2</vt:lpstr>
      <vt:lpstr>Custom</vt:lpstr>
      <vt:lpstr>Event Scheduler Console Application</vt:lpstr>
      <vt:lpstr>Brief Overview :</vt:lpstr>
      <vt:lpstr>Event Scheduler Console Application</vt:lpstr>
      <vt:lpstr>the structure of the code</vt:lpstr>
      <vt:lpstr>the structure of the code(Cont…..)</vt:lpstr>
      <vt:lpstr>the structure of the code(Cont…..)</vt:lpstr>
      <vt:lpstr>Usage and key features:</vt:lpstr>
      <vt:lpstr>Usage and key features(cont…..):</vt:lpstr>
      <vt:lpstr>Usage and key features(cont…..):</vt:lpstr>
      <vt:lpstr>Usage and key features(cont…..):</vt:lpstr>
      <vt:lpstr>Usage and key features(cont…..):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Scheduler Console Application</dc:title>
  <dc:creator>TT Nedambale</dc:creator>
  <cp:lastModifiedBy>TT Nedambale</cp:lastModifiedBy>
  <cp:revision>1</cp:revision>
  <dcterms:created xsi:type="dcterms:W3CDTF">2024-01-31T11:27:08Z</dcterms:created>
  <dcterms:modified xsi:type="dcterms:W3CDTF">2024-01-31T13:07:56Z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